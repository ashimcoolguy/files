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Представьте себя и проект. Скажите, что парк — это способ узнать историю через опыт.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цели проекта: коммерческая, образовательная и эмоциональная.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Главная идея: не экскурсия, а участие.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Зон можно добавить больше. Главное — каждая раскрывает отдельный аспект жизни.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Здесь нужно выбрать вариант и объяснить выбор. Замените или дополните текст своими аргументами.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Добавьте примерные цифры, если успеете посчитать.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188720"/>
            <a:ext cx="8046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D4A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Средневековье: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D4A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прожить эпоху</a:t>
            </a:r>
            <a:endParaRPr lang="en-US" sz="4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0175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3EB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Тематический парк, где история — не в учебнике, а вокруг тебя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976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B9AE9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Проектная работа, 10 класс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F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Идея и цели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560320" cy="2651760"/>
          </a:xfrm>
          <a:prstGeom prst="roundRect">
            <a:avLst>
              <a:gd name="adj" fmla="val 3571"/>
            </a:avLst>
          </a:prstGeom>
          <a:solidFill>
            <a:srgbClr val="2E262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645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Заработать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28600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3EB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Парк должен приносить доход: билеты, услуги, мероприятия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291840" y="1463040"/>
            <a:ext cx="2560320" cy="2651760"/>
          </a:xfrm>
          <a:prstGeom prst="roundRect">
            <a:avLst>
              <a:gd name="adj" fmla="val 3571"/>
            </a:avLst>
          </a:prstGeom>
          <a:solidFill>
            <a:srgbClr val="2E262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474720" y="1645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Просвещать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228600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3EB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Показать, как на самом деле жили люди в Средние века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6035040" y="1463040"/>
            <a:ext cx="2560320" cy="2651760"/>
          </a:xfrm>
          <a:prstGeom prst="roundRect">
            <a:avLst>
              <a:gd name="adj" fmla="val 3571"/>
            </a:avLst>
          </a:prstGeom>
          <a:solidFill>
            <a:srgbClr val="2E262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17920" y="16459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Погружать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2286000"/>
            <a:ext cx="21945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3EB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Гость не смотрит со стороны, а проживает эпоху сам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F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Как это работает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046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3EB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Гости приезжают в парк и на время становятся жителями эпохи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3EB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Парк разделён на зоны — каждая показывает свою сторону жизни</a:t>
            </a:r>
            <a:endParaRPr lang="en-US" sz="20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000" dirty="0">
                <a:solidFill>
                  <a:srgbClr val="F3EB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Можно сражаться, торговать, готовить, ремесленничать, участвовать в интригах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F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Зоны парка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2E262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463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Замок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0116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3EB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Двор, интриги, придворная жизнь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3291840" y="128016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2E262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474720" y="1463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Казармы и плац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3474720" y="20116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3EB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Тренировки и рыцарские бои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35040" y="128016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2E262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217920" y="146304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Рынок и ремесла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217920" y="201168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3EB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Кузница, гончары, торговля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48640" y="301752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2E262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3200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Таверна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37490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3EB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Еда и напитки эпохи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91840" y="301752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2E262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3474720" y="3200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Деревня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474720" y="37490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3EB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Быт простых людей, хозяйство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035040" y="301752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2E262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217920" y="320040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4A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Монастырь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6217920" y="3749040"/>
            <a:ext cx="2194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F3EB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Письмо, книги, знания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F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Эпоха и регион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3931920" cy="3017520"/>
          </a:xfrm>
          <a:prstGeom prst="roundRect">
            <a:avLst>
              <a:gd name="adj" fmla="val 3030"/>
            </a:avLst>
          </a:prstGeom>
          <a:solidFill>
            <a:srgbClr val="2E2621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5544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Русь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19456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3EB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Ближе и понятнее для гостей; богатая культура и традиции; проще найти интересные детали и связать с историей страны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4663440" y="1371600"/>
            <a:ext cx="3931920" cy="3017520"/>
          </a:xfrm>
          <a:prstGeom prst="roundRect">
            <a:avLst>
              <a:gd name="adj" fmla="val 3030"/>
            </a:avLst>
          </a:prstGeom>
          <a:solidFill>
            <a:srgbClr val="2E262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892040" y="1554480"/>
            <a:ext cx="3474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4A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Северная Германия / Италия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4892040" y="2194560"/>
            <a:ext cx="3474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F3EB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Высокое Средневековье: рыцари, замки, города и гильдии; больше знакомых образов, но это «чужая» история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F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Как парк зарабатывает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046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F3EB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Билеты и абонементы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F3EB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Мастер-классы и костюмы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F3EB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Кафе и сувениры</a:t>
            </a:r>
            <a:endParaRPr lang="en-US" sz="22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2200" dirty="0">
                <a:solidFill>
                  <a:srgbClr val="F3EB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Школьные экскурсии и праздники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F1A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Итоги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6304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3EBD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Парк, где история оживает: интересно гостям, полезно для знаний и способно приносить доход.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4747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4A94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Спасибо за внимание!</a:t>
            </a:r>
            <a:endParaRPr lang="en-US" sz="3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2026-09-30T18:02:33Z</dcterms:created>
  <dcterms:modified xsi:type="dcterms:W3CDTF">2026-09-30T18:02:33Z</dcterms:modified>
</cp:coreProperties>
</file>