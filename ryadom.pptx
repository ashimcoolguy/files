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8B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для жителей жилых комплексов: найди надёжную помощь рядом с домом или заработай, помогая соседям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Бизнес-проект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и актуальность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Искать помощника неудобно: общие чаты, незнакомцы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сервисы не рассчитаны на локальные бытовые задачи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 живёт рядом и быстро придёт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район и берёт доступную цену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Жители знакомятся и помогают друг другу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бизнес-идею приложения, которое помогает жителям жилых комплексов находить соседей для бытовых и личных услуг.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28016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01168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потребности жителей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востребованные услуги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Продумать функции приложения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модель дохода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риски и безопасность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запуска пробной версии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и услуги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пользуется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Жители жилых комплексов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питомцев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Занятые люди и семьи с детьми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Пожилые жители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кто хочет подработать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услуг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Выгул и присмотр за питомцами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Полив цветов, присмотр за квартирой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 с покупками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Мелкая бытовая помощь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Репетиторство и занятия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 с компьютером и телефоном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Фотосъёмка, творческие услуги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приложение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9304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Подтверждает, что живёт в своём жилом комплексе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110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профиль: что ищет или предлагает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877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 категорию, цену и время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644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соседа и договаривается в чате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4106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услуги оставляет отзыв и оценку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мы отличаемся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«Найди надёжную помощь рядом с домом или заработай, помогая соседям»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8046720" cy="1737360"/>
          </a:xfrm>
          <a:prstGeom prst="roundRect">
            <a:avLst>
              <a:gd name="adj" fmla="val 5263"/>
            </a:avLst>
          </a:prstGeom>
          <a:solidFill>
            <a:srgbClr val="EA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3017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сайтов объявлений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ориентируемся не на весь город, а на небольшое сообщество одного жилого комплекса. Главная ценность — близость исполнителей и доверенная сеть соседей.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с выполненного заказа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11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 платит, чтобы его профиль показывался чаще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A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местных зоомагазинов, кафе и сервисов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запуска достаточно одной модели — небольшой комиссии. Так проверим, готовы ли люди платить за удобство.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расчёта дохода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жилых комплексов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 в месяц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₽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Оборот: 900 × 700 = 630 000 ₽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12%: 75 600 ₽ в месяц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примерная оценка, а не гарантия. Из суммы нужно оплатить поддержку приложения и рекламу, поэтому важно подключать новые комплексы.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и безопасность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Объявления в подъездах и лифтах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Договорённость с советом дома и УК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Домовые и районные чаты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на первые заказы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Акция для первых исполнителей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проживания в ЖК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и рейтинг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Жалобы на профили и поддержка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объявлений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 с детьми, животными и доступом в квартиру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запуска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9304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Исследование: опрос жителей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110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Проектирование: макет и функции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877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идеи: группа или форма запросов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644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одном ЖК, сбор отзывов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4106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Развитие: новые комплексы и функции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и вывод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жители смогут быстро и безопасно находить исполнителей среди соседей, они будут чаще пользоваться локальными услугами, а соседи получат дополнительный заработок.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1737360"/>
          </a:xfrm>
          <a:prstGeom prst="roundRect">
            <a:avLst>
              <a:gd name="adj" fmla="val 5263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«Рядом» — локальная площадка, которая помогает решать бытовые задачи и зарабатывать. Главные условия успеха: удобство, доверие и безопасность.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2026-09-30T20:12:55Z</dcterms:created>
  <dcterms:modified xsi:type="dcterms:W3CDTF">2026-09-30T20:12:55Z</dcterms:modified>
</cp:coreProperties>
</file>