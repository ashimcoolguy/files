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ru-RU" sz="8000" dirty="0"/>
              <a:t>Царское Село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Александр Сергеевич Пушкин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52"/>
          <a:stretch/>
        </p:blipFill>
        <p:spPr>
          <a:xfrm>
            <a:off x="-5249854" y="0"/>
            <a:ext cx="10142365" cy="685799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FF3C5DB7-52A2-8CF4-FC3E-286EB59D4CC6}"/>
              </a:ext>
            </a:extLst>
          </p:cNvPr>
          <p:cNvSpPr txBox="1">
            <a:spLocks/>
          </p:cNvSpPr>
          <p:nvPr/>
        </p:nvSpPr>
        <p:spPr>
          <a:xfrm>
            <a:off x="5273724" y="5330409"/>
            <a:ext cx="6269347" cy="102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Шилкин Михаил, </a:t>
            </a:r>
            <a:r>
              <a:rPr lang="ru-RU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Щотковский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Константин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D0C97-A1F0-8043-1B92-2DF8A813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Царскосельский лицей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0A046-9603-3FBF-E225-F2E9739E5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Царскосельский лицей был открыт 19 октября 1811 года как привилегированное высшее учебное заведение для подготовки государственных деятелей. Он располагался в Царском Селе — живописной летней резиденции императоров под Петербургом. Лицей создавался с целью дать всестороннее образование "будущим столпам отечества". Именно здесь, в стенах этого уникального учебного заведения, провёл шесть лет своей жизни юный Александр Пушкин.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4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97BBA-8584-CA46-0442-2AEBB1B5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Поступление в Лицей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7087B-C3DB-7B58-F42B-A86ED4CD3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Двенадцатилетний Александр Пушкин был зачислен в первый набор Лицея, куда отбирали всего тридцать воспитанников. Его поступлению способствовал дядя, известный поэт Василий Львович Пушкин. Жизнь лицеистов была строго регламентирована: подъём в шесть утра, занятия, прогулки. Выпускники Лицея приравнивались к университетским и получали высокие гражданские чины, что открывало им блестящие карьерные перспективы.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BB4686-6703-EB61-D0D3-BEF3FA561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27" y="3838478"/>
            <a:ext cx="3711864" cy="24745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CC68A7-DFC3-8720-03B7-F8638F404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11" y="3838478"/>
            <a:ext cx="2633890" cy="23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0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D0C28-9824-002E-5A16-63CAD63E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Учёба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26408-3BD0-9368-59B0-A3D420A21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Образование в Лицее было энциклопедическим. Однако с первых лет учёбы проявилась неравномерность успехов Пушкина. Он с огромным увлечением и блеском занимался словесностью, историей и французской поэзией, но при этом часто запускал точные и формальные дисциплины. В частности, он показывал посредственные результаты в математике и логике, а на уроках закона Божьего и немецкого языка мог откровенно скучать. Педагоги отмечали его нерадивость и нежелание заниматься тем, что ему неинтересно.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2830C9-47D8-1509-ECD0-3ABC557B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89" y="4138721"/>
            <a:ext cx="3154973" cy="21012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2E5F3E-709A-6023-6029-84B30BCAB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327" y="4138410"/>
            <a:ext cx="3371273" cy="20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7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E68CD-4CE9-38EC-514F-B3E86B4C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Друзья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0DFA8-EE0C-FD33-CFD7-94976728A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Несмотря на учебные трудности, Лицейское братство стало одной из самых важных и светлых страниц в жизни Пушкина. Здесь он нашёл верных друзей, пронёсших свою привязанность через всю жизнь. Его ближайшими друзьями были Иван Пущин, будущий декабрист, Антон Дельвиг, поэт и товарищ по литературным увлечениям, Вильгельм Кюхельбекер, также ставший поэтом, и Александр Горчаков, будущий канцлер России. Эта дружба стала для Пушкина огромной нравственной опорой.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1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872A5-6576-FD6F-0A39-A98C1C5C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Творческое пробуждение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BC27AF-191C-F5F7-A481-849398C8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Именно в Лицее, несмотря на слабые оценки по многим предметам, раскрылся поэтический гений Пушкина. За шесть лет он написал около 130 стихотворений. Подлинным триумфом стал публичный экзамен 8 января 1815 года, где юный поэт прочитал своё патриотическое стихотворение "Воспоминания в Царском Селе". Присутствовавший на экзамене патриарх русской литературы Гавриил Державин был потрясён и благословил молодое дарование. Это был звёздный час лицеиста Пушкина, который затмил все его учебные неудачи.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441DAA-7451-D648-37A7-D1AB01A2A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155" y="4137891"/>
            <a:ext cx="3290454" cy="219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3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A2A30-1F06-DD66-D352-10F021F6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Влияние войны 1812 г.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08102E-F08A-FFA6-21B6-24F1CC6A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Отечественная война 1812 года стала глубоким потрясением для всего поколения, не обойдя стороной и стены Лицея. Царское Село находилось на пути следования войск и эвакуированных. Лицеисты, включая Пушкина, с восторгом и волнением наблюдали за марширующими полками, провожали их, впитывая всеобщий патриотический подъём. Эти впечатления нашли непосредственное отражение в его раннем творчестве, наполнив стихи темой служения Отечеству и гражданского долга.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79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7DD9F-6E3F-785A-F423-4F845F6B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Окончание Лицея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7E2E1-9583-5DC4-7141-F077D3993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9 июня 1817 года состоялся первый выпуск Царскосельского лицея. При итоговом подсчёте баллов академические успехи Пушкина оказались более чем скромными. Из 29 выпускников он занял лишь 26-е место, показав отличные результаты только в российской и французской словесности, а также в фехтовании. По окончании он был определён на службу в Коллегию иностранных дел в чине коллежского секретаря и переехал в Петербург. Однако связь с Лицеем он пронёс через всю жизнь, ежегодно отмечая 19 октября.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5D83FF-A744-97F5-57F6-41A07A859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834" y="4107826"/>
            <a:ext cx="3468255" cy="22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1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B85EC-3477-C511-ED84-92A84078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C65F0C-F1EE-AFB6-685B-253E4273C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Лицейский период стал фундаментом всей последующей жизни и творчества Александра Пушкина. Несмотря на посредственные оценки, именно здесь он сформировался как великий поэт. Лицей дал ему не оценки в табели, а нечто неизмеримо большее: уникальную интеллектуальную среду, внутреннюю свободу, первую славу и верных друзей на всю жизнь. Тема Лицея, дружбы, Царского Села стала одной из центральных в его поэзии. Сам Пушкин называл Лицей "отечеством" своей души.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6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CEF348-3250-E6D3-7F86-5D9F29099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/>
              <a:t>Спасибо за внимание!</a:t>
            </a:r>
            <a:endParaRPr lang="en-US" sz="54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0B9E45F4-0B94-4B25-02B8-B380857149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485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{62473B80-A94B-4125-8E18-5DE6163B274F}TFf0a5ceae-4542-492d-822e-d65a94fb0e1e3b562c5a_win32-009a0557e699</Template>
  <TotalTime>71</TotalTime>
  <Words>613</Words>
  <Application>Microsoft Office PowerPoint</Application>
  <PresentationFormat>Широкоэкранный</PresentationFormat>
  <Paragraphs>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Bookman Old Style</vt:lpstr>
      <vt:lpstr>Calibri</vt:lpstr>
      <vt:lpstr>Franklin Gothic Book</vt:lpstr>
      <vt:lpstr>Custom</vt:lpstr>
      <vt:lpstr>Царское Село</vt:lpstr>
      <vt:lpstr>Царскосельский лицей</vt:lpstr>
      <vt:lpstr>Поступление в Лицей</vt:lpstr>
      <vt:lpstr>Учёба</vt:lpstr>
      <vt:lpstr>Друзья</vt:lpstr>
      <vt:lpstr>Творческое пробуждение</vt:lpstr>
      <vt:lpstr>Влияние войны 1812 г.</vt:lpstr>
      <vt:lpstr>Окончание Лицея</vt:lpstr>
      <vt:lpstr>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2025-11-22T13:48:23Z</dcterms:created>
  <dcterms:modified xsi:type="dcterms:W3CDTF">2025-11-22T14:59:47Z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